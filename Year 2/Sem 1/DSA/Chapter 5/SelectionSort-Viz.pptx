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8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D4826-A37D-C44D-CC32-DE4A93422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D60E3C-769F-F9CC-B2F8-F641683AC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4EE7B-2EC8-E4D9-8E3B-0C854FB9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D274-45DE-4A05-868B-FD01763CD6A8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B7599-E5ED-A8BE-92E1-1108CD010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2D2D3-FEE1-58D9-3083-18BF76E47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94F2F-7B98-42DC-B946-5C301BD40A1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786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CEBC-5F4D-EE34-A001-4B4730F7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D405-D270-FDCF-5768-EF1ECB703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AB3FE-8C5D-7E35-ACC7-3668C53B7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D274-45DE-4A05-868B-FD01763CD6A8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F2996-7211-ACE2-6B76-5E0306810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13003-C6C8-930D-55D4-9207DA6B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94F2F-7B98-42DC-B946-5C301BD40A1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1568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1B099-0607-08D7-0B52-58254B31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07539-4EC7-3B6D-8541-438E5ECC9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D914C-8FAB-C13A-AEA1-07FCEC65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D274-45DE-4A05-868B-FD01763CD6A8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CA959-2542-64A5-B257-AFF5CB911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41D42-8C2B-57E6-905F-3DF3F1AC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94F2F-7B98-42DC-B946-5C301BD40A1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5445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3557D-D37A-31DA-7A3B-45CD282AB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9EEF9-6FB8-766C-AFBB-FC078690B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D3B62-C1FB-379C-395C-FB3C95BFC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A546F-5D6B-1489-BD2D-2ED90731A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D274-45DE-4A05-868B-FD01763CD6A8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064C7-8D81-D220-45B8-20B443497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54F7A-9E40-DDC5-470A-44B0D6AC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94F2F-7B98-42DC-B946-5C301BD40A1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949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C560-0F3B-0F86-BA77-65BF7C92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C2111-4A30-0312-0F7F-F3BDDC2C5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BA254-D2E8-8864-BEA4-CCB4D5905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443430-EB07-E07E-A0C4-3BD442CA5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C84A66-2866-2D8C-E7C7-00E24F968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8F3246-8134-6CF9-8B28-C76228FB9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D274-45DE-4A05-868B-FD01763CD6A8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8A592-EE02-9952-CAA2-92EB5EDD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51E6EB-9641-DBCA-0A9D-BA90A6DF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94F2F-7B98-42DC-B946-5C301BD40A1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79265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56B60-CFD6-9AD7-4C72-D468B3D1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B53FC0-A90C-BCB2-7896-4D940B971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D274-45DE-4A05-868B-FD01763CD6A8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615A03-A5B1-D35A-A6A8-D46ABE5D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3BCDF-6B8B-7E72-D687-61A43084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94F2F-7B98-42DC-B946-5C301BD40A1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2903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6F17F-0879-E280-44C9-7CCF922B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D274-45DE-4A05-868B-FD01763CD6A8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B28EB2-0188-534D-E34B-88211A91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EC84F-F111-646B-4BB3-4B05187E8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94F2F-7B98-42DC-B946-5C301BD40A1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3427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9093-B387-4102-FEE6-44BA84C9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CCA87-AF0C-CB3C-D10F-611AC6F4D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00983-D7D2-ECF7-3B3E-5EE496F3A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23C8E-274E-B4CE-7F20-EB6AA2C3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D274-45DE-4A05-868B-FD01763CD6A8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38052-F880-B895-A0C8-A0FCB5CB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4A60C-0D7E-F2DC-DF2C-EB079D41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94F2F-7B98-42DC-B946-5C301BD40A1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474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EBF75-6C5F-8C4A-75F1-DF334218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670EF0-4D9F-6639-3B7C-722350EFCA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137D6-B002-300A-D8DF-74F73BE70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2F628-5ABE-1816-C247-D7F59FDFF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D274-45DE-4A05-868B-FD01763CD6A8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78F3D-7D6B-911E-6005-0DA53F18C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A6F30-FB9D-EBAD-716D-388E1CB6C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94F2F-7B98-42DC-B946-5C301BD40A1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16741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584F-BD68-B9F8-C41A-D68C60E1A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B62D9-73B2-A6FD-C91F-84A590AB8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551D1-2817-6B6E-E6E0-41D507A2C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D274-45DE-4A05-868B-FD01763CD6A8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74F40-E92F-EE33-13D5-E49CA7696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2E0DA-72A5-D541-3BDA-CA684FB7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94F2F-7B98-42DC-B946-5C301BD40A1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42999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8E976-C2F4-D11C-4B33-8066C5BA9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72443-D681-B8B0-F32B-434795200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12CD5-8A4C-9644-8B80-A834065C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D274-45DE-4A05-868B-FD01763CD6A8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4F002-106A-ECB5-FBC0-CCC4720A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44948-0BB4-C064-D3F4-5387592D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94F2F-7B98-42DC-B946-5C301BD40A1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7581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2FC9C-6B53-A83D-1F91-E454DF11C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3F0A9-F3BC-923C-E9A6-914FC0AD8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41780-A452-8001-B5BB-EACA34AFB6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5D274-45DE-4A05-868B-FD01763CD6A8}" type="datetimeFigureOut">
              <a:rPr lang="en-MY" smtClean="0"/>
              <a:t>8/11/2023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43632-8B5D-3577-E2F6-9E96F5437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1065B-FFA0-DBDF-E5C3-673117AFA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94F2F-7B98-42DC-B946-5C301BD40A1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4825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8A1D-D4A1-D966-D8EE-3550D16D2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Selection Sort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2ABC6-9851-4ACA-C5E4-52A7402745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VIZ.</a:t>
            </a:r>
          </a:p>
        </p:txBody>
      </p:sp>
    </p:spTree>
    <p:extLst>
      <p:ext uri="{BB962C8B-B14F-4D97-AF65-F5344CB8AC3E}">
        <p14:creationId xmlns:p14="http://schemas.microsoft.com/office/powerpoint/2010/main" val="3556728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503015"/>
              </p:ext>
            </p:extLst>
          </p:nvPr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7762240" y="1930400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077200" y="2299732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11601" y="981948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12641" y="1351280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5476241" y="1650722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791201" y="2020054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37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7762240" y="1930400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077200" y="2299732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11601" y="981948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12641" y="1351280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5476241" y="1650722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791201" y="2020054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569BD46-BCC1-CB1D-7D89-36CC6577824C}"/>
              </a:ext>
            </a:extLst>
          </p:cNvPr>
          <p:cNvSpPr txBox="1"/>
          <p:nvPr/>
        </p:nvSpPr>
        <p:spPr>
          <a:xfrm>
            <a:off x="3474720" y="43736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if (Data[p] &gt; Data[largestIndex]) largestIndex = p;</a:t>
            </a:r>
          </a:p>
        </p:txBody>
      </p:sp>
    </p:spTree>
    <p:extLst>
      <p:ext uri="{BB962C8B-B14F-4D97-AF65-F5344CB8AC3E}">
        <p14:creationId xmlns:p14="http://schemas.microsoft.com/office/powerpoint/2010/main" val="384634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7762240" y="1930400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077200" y="2299732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11601" y="981948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12641" y="1351280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5476241" y="1650722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791201" y="2020054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569BD46-BCC1-CB1D-7D89-36CC6577824C}"/>
              </a:ext>
            </a:extLst>
          </p:cNvPr>
          <p:cNvSpPr txBox="1"/>
          <p:nvPr/>
        </p:nvSpPr>
        <p:spPr>
          <a:xfrm>
            <a:off x="3474720" y="43736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if (Data[p] &gt; Data[largestIndex]) largestIndex = p;</a:t>
            </a:r>
          </a:p>
          <a:p>
            <a:r>
              <a:rPr lang="en-US" dirty="0"/>
              <a:t>if (7 &gt; 45) largestIndex = 1; (no)</a:t>
            </a:r>
            <a:endParaRPr lang="en-MY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338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7762240" y="1930400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077200" y="2299732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11601" y="981948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12641" y="1351280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6512561" y="1650722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827521" y="2020054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569BD46-BCC1-CB1D-7D89-36CC6577824C}"/>
              </a:ext>
            </a:extLst>
          </p:cNvPr>
          <p:cNvSpPr txBox="1"/>
          <p:nvPr/>
        </p:nvSpPr>
        <p:spPr>
          <a:xfrm>
            <a:off x="3474720" y="43736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if (Data[p] &gt; Data[largestIndex]) largestIndex = p;</a:t>
            </a:r>
          </a:p>
          <a:p>
            <a:r>
              <a:rPr lang="en-US" dirty="0"/>
              <a:t>If (100 &gt; 45) largestIndex = 2; (yes)</a:t>
            </a:r>
          </a:p>
        </p:txBody>
      </p:sp>
    </p:spTree>
    <p:extLst>
      <p:ext uri="{BB962C8B-B14F-4D97-AF65-F5344CB8AC3E}">
        <p14:creationId xmlns:p14="http://schemas.microsoft.com/office/powerpoint/2010/main" val="2003389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7762240" y="1930400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077200" y="2299732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5842001" y="981948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543041" y="1351280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6512561" y="1650722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827521" y="2020054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569BD46-BCC1-CB1D-7D89-36CC6577824C}"/>
              </a:ext>
            </a:extLst>
          </p:cNvPr>
          <p:cNvSpPr txBox="1"/>
          <p:nvPr/>
        </p:nvSpPr>
        <p:spPr>
          <a:xfrm>
            <a:off x="3474720" y="43736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if (Data[p] &gt; Data[largestIndex]) largestIndex = p;</a:t>
            </a:r>
          </a:p>
          <a:p>
            <a:r>
              <a:rPr lang="en-US" dirty="0"/>
              <a:t>If (100 &gt; 45) largestIndex = 2 (yes)</a:t>
            </a:r>
          </a:p>
        </p:txBody>
      </p:sp>
    </p:spTree>
    <p:extLst>
      <p:ext uri="{BB962C8B-B14F-4D97-AF65-F5344CB8AC3E}">
        <p14:creationId xmlns:p14="http://schemas.microsoft.com/office/powerpoint/2010/main" val="247903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7762240" y="1930400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077200" y="2299732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5842001" y="981948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543041" y="1351280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7416801" y="1650722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7731761" y="2020054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569BD46-BCC1-CB1D-7D89-36CC6577824C}"/>
              </a:ext>
            </a:extLst>
          </p:cNvPr>
          <p:cNvSpPr txBox="1"/>
          <p:nvPr/>
        </p:nvSpPr>
        <p:spPr>
          <a:xfrm>
            <a:off x="3474720" y="43736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if (Data[p] &gt; Data[largestIndex]) largestIndex = p;</a:t>
            </a:r>
          </a:p>
        </p:txBody>
      </p:sp>
    </p:spTree>
    <p:extLst>
      <p:ext uri="{BB962C8B-B14F-4D97-AF65-F5344CB8AC3E}">
        <p14:creationId xmlns:p14="http://schemas.microsoft.com/office/powerpoint/2010/main" val="3036809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7762240" y="1930400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077200" y="2299732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5842001" y="981948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543041" y="1351280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7416801" y="1650722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7731761" y="2020054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569BD46-BCC1-CB1D-7D89-36CC6577824C}"/>
              </a:ext>
            </a:extLst>
          </p:cNvPr>
          <p:cNvSpPr txBox="1"/>
          <p:nvPr/>
        </p:nvSpPr>
        <p:spPr>
          <a:xfrm>
            <a:off x="3474720" y="43736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if (Data[p] &gt; Data[largestIndex]) largestIndex = p;</a:t>
            </a:r>
          </a:p>
          <a:p>
            <a:r>
              <a:rPr lang="en-US" dirty="0"/>
              <a:t>If (10 &gt; 100) largestIndex = 3; (no)</a:t>
            </a:r>
          </a:p>
        </p:txBody>
      </p:sp>
    </p:spTree>
    <p:extLst>
      <p:ext uri="{BB962C8B-B14F-4D97-AF65-F5344CB8AC3E}">
        <p14:creationId xmlns:p14="http://schemas.microsoft.com/office/powerpoint/2010/main" val="3544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7762240" y="1930400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077200" y="2299732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5842001" y="981948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543041" y="1351280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8662897" y="1641757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8977857" y="2011089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C52CAF0-BA5D-9E84-39D9-7B73A350454F}"/>
              </a:ext>
            </a:extLst>
          </p:cNvPr>
          <p:cNvSpPr txBox="1"/>
          <p:nvPr/>
        </p:nvSpPr>
        <p:spPr>
          <a:xfrm>
            <a:off x="3474720" y="43736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Quit the internal loop (not fulfill the p &lt;= last condition)</a:t>
            </a:r>
          </a:p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swap(Data[largestIndex],Data[last]);</a:t>
            </a:r>
          </a:p>
          <a:p>
            <a:r>
              <a:rPr lang="en-US" dirty="0"/>
              <a:t>swap(100, 10)</a:t>
            </a:r>
          </a:p>
        </p:txBody>
      </p:sp>
    </p:spTree>
    <p:extLst>
      <p:ext uri="{BB962C8B-B14F-4D97-AF65-F5344CB8AC3E}">
        <p14:creationId xmlns:p14="http://schemas.microsoft.com/office/powerpoint/2010/main" val="1537499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1116"/>
              </p:ext>
            </p:extLst>
          </p:nvPr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7762240" y="1930400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077200" y="2299732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5842001" y="981948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543041" y="1351280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5A18CE6-3766-6A8E-FABF-F01A69411F26}"/>
              </a:ext>
            </a:extLst>
          </p:cNvPr>
          <p:cNvSpPr txBox="1"/>
          <p:nvPr/>
        </p:nvSpPr>
        <p:spPr>
          <a:xfrm>
            <a:off x="3474720" y="43736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Quit the internal loop (not fulfill the p &lt;= last condition)</a:t>
            </a:r>
          </a:p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swap(Data[largestIndex],Data[last]);</a:t>
            </a:r>
          </a:p>
          <a:p>
            <a:r>
              <a:rPr lang="en-US" dirty="0"/>
              <a:t>swap(100, 10)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7CC59-C798-F93D-08CA-5763E1D1AF4E}"/>
              </a:ext>
            </a:extLst>
          </p:cNvPr>
          <p:cNvSpPr txBox="1"/>
          <p:nvPr/>
        </p:nvSpPr>
        <p:spPr>
          <a:xfrm>
            <a:off x="8662897" y="1641757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1C076A-3909-C0E0-5F61-316013230CA4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8977857" y="2011089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46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7762240" y="1930400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077200" y="2299732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5842001" y="981948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543041" y="1351280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569BD46-BCC1-CB1D-7D89-36CC6577824C}"/>
              </a:ext>
            </a:extLst>
          </p:cNvPr>
          <p:cNvSpPr txBox="1"/>
          <p:nvPr/>
        </p:nvSpPr>
        <p:spPr>
          <a:xfrm>
            <a:off x="3474720" y="43736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Next step of external loop is to move the last index (--last) to the left (2) and reset the position of largestIndex and p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419EF5-9401-ABE7-A380-9DBA0F0D2D8F}"/>
              </a:ext>
            </a:extLst>
          </p:cNvPr>
          <p:cNvSpPr txBox="1"/>
          <p:nvPr/>
        </p:nvSpPr>
        <p:spPr>
          <a:xfrm>
            <a:off x="8662897" y="1641757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67F76FA-4151-3798-01AE-F91E52A6664D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8977857" y="2011089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256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6614161" y="1964174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929121" y="2333506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72561" y="1015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73601" y="1385054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5466080" y="1651893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781040" y="2021225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569BD46-BCC1-CB1D-7D89-36CC6577824C}"/>
              </a:ext>
            </a:extLst>
          </p:cNvPr>
          <p:cNvSpPr txBox="1"/>
          <p:nvPr/>
        </p:nvSpPr>
        <p:spPr>
          <a:xfrm>
            <a:off x="3474720" y="43736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495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6614161" y="1964174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929121" y="2333506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72561" y="1015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73601" y="1385054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5466080" y="1651893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781040" y="2021225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394F764-956D-11B6-F838-E464F333B87F}"/>
              </a:ext>
            </a:extLst>
          </p:cNvPr>
          <p:cNvSpPr txBox="1"/>
          <p:nvPr/>
        </p:nvSpPr>
        <p:spPr>
          <a:xfrm>
            <a:off x="3474720" y="43736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if (Data[p] &gt; Data[largestIndex]) largestIndex = p;</a:t>
            </a:r>
          </a:p>
          <a:p>
            <a:r>
              <a:rPr lang="en-US" dirty="0"/>
              <a:t>if (7 &gt; 45) largestIndex = 1; (no)</a:t>
            </a:r>
            <a:endParaRPr lang="en-MY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963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6614161" y="1964174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929121" y="2333506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72561" y="1015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73601" y="1385054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6289040" y="1692533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604000" y="2061865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394F764-956D-11B6-F838-E464F333B87F}"/>
              </a:ext>
            </a:extLst>
          </p:cNvPr>
          <p:cNvSpPr txBox="1"/>
          <p:nvPr/>
        </p:nvSpPr>
        <p:spPr>
          <a:xfrm>
            <a:off x="3474720" y="43736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if (Data[p] &gt; Data[largestIndex]) largestIndex = p;</a:t>
            </a:r>
          </a:p>
        </p:txBody>
      </p:sp>
    </p:spTree>
    <p:extLst>
      <p:ext uri="{BB962C8B-B14F-4D97-AF65-F5344CB8AC3E}">
        <p14:creationId xmlns:p14="http://schemas.microsoft.com/office/powerpoint/2010/main" val="4062296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6614161" y="1964174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929121" y="2333506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72561" y="1015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73601" y="1385054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6289040" y="1692533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604000" y="2061865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394F764-956D-11B6-F838-E464F333B87F}"/>
              </a:ext>
            </a:extLst>
          </p:cNvPr>
          <p:cNvSpPr txBox="1"/>
          <p:nvPr/>
        </p:nvSpPr>
        <p:spPr>
          <a:xfrm>
            <a:off x="3474720" y="43736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if (Data[p] &gt; Data[largestIndex]) largestIndex = p;</a:t>
            </a:r>
          </a:p>
          <a:p>
            <a:r>
              <a:rPr lang="en-US" dirty="0"/>
              <a:t>if (10 &gt; 45) largestIndex = 1; (no)</a:t>
            </a:r>
            <a:endParaRPr lang="en-MY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611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6614161" y="1964174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929121" y="2333506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72561" y="1015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73601" y="1385054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7570996" y="1692533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7885956" y="2061865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1331FEE-BC63-23A4-07AD-4D41B36C9F77}"/>
              </a:ext>
            </a:extLst>
          </p:cNvPr>
          <p:cNvSpPr txBox="1"/>
          <p:nvPr/>
        </p:nvSpPr>
        <p:spPr>
          <a:xfrm>
            <a:off x="3474720" y="43736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Quit the internal loop (not fulfill the p &lt;= last condition)</a:t>
            </a:r>
          </a:p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swap(Data[largestIndex],Data[last]);</a:t>
            </a:r>
          </a:p>
          <a:p>
            <a:r>
              <a:rPr lang="en-US" dirty="0"/>
              <a:t>swap(45, 10)</a:t>
            </a:r>
          </a:p>
        </p:txBody>
      </p:sp>
    </p:spTree>
    <p:extLst>
      <p:ext uri="{BB962C8B-B14F-4D97-AF65-F5344CB8AC3E}">
        <p14:creationId xmlns:p14="http://schemas.microsoft.com/office/powerpoint/2010/main" val="2532147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601480"/>
              </p:ext>
            </p:extLst>
          </p:nvPr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6614161" y="1964174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929121" y="2333506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72561" y="1015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73601" y="1385054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E79AF99-8FD5-8247-7511-365A8075DBF4}"/>
              </a:ext>
            </a:extLst>
          </p:cNvPr>
          <p:cNvSpPr txBox="1"/>
          <p:nvPr/>
        </p:nvSpPr>
        <p:spPr>
          <a:xfrm>
            <a:off x="3474720" y="43736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Quit the internal loop (not fulfill the p &lt;= last condition)</a:t>
            </a:r>
          </a:p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swap(Data[largestIndex],Data[last]);</a:t>
            </a:r>
          </a:p>
          <a:p>
            <a:r>
              <a:rPr lang="en-US" dirty="0"/>
              <a:t>swap(45, 10)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7F64E-0014-1F79-FAA4-CAC987386052}"/>
              </a:ext>
            </a:extLst>
          </p:cNvPr>
          <p:cNvSpPr txBox="1"/>
          <p:nvPr/>
        </p:nvSpPr>
        <p:spPr>
          <a:xfrm>
            <a:off x="7570996" y="1692533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B2BF4E-A89C-4A87-A18B-A2E76E54940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7885956" y="2061865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016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6614161" y="1964174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929121" y="2333506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72561" y="1015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73601" y="1385054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5294B75-E05E-3D61-2326-49A03F4C7A0E}"/>
              </a:ext>
            </a:extLst>
          </p:cNvPr>
          <p:cNvSpPr txBox="1"/>
          <p:nvPr/>
        </p:nvSpPr>
        <p:spPr>
          <a:xfrm>
            <a:off x="3474720" y="43736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Next step of external loop is to move the last index (--last) to the left (2) and reset the position of largestIndex and 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F5524-EFDD-4BDE-72AA-EF99D4B5EFD5}"/>
              </a:ext>
            </a:extLst>
          </p:cNvPr>
          <p:cNvSpPr txBox="1"/>
          <p:nvPr/>
        </p:nvSpPr>
        <p:spPr>
          <a:xfrm>
            <a:off x="7570996" y="1692533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2199B2-9A91-A064-3874-29F8D02A3D79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7885956" y="2061865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110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5588001" y="1964174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902961" y="2333506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72561" y="1015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73601" y="1385054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5262880" y="1692533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577840" y="2061865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682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5588001" y="1964174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902961" y="2333506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72561" y="1015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73601" y="1385054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5262880" y="1692533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577840" y="2061865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143F1B-B663-A1E5-4E1D-1D94471A4B95}"/>
              </a:ext>
            </a:extLst>
          </p:cNvPr>
          <p:cNvSpPr txBox="1"/>
          <p:nvPr/>
        </p:nvSpPr>
        <p:spPr>
          <a:xfrm>
            <a:off x="3474720" y="43736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if (Data[p] &gt; Data[largestIndex]) largestIndex = p;</a:t>
            </a:r>
          </a:p>
          <a:p>
            <a:r>
              <a:rPr lang="en-US" dirty="0"/>
              <a:t>if (7 &gt; 10) largestIndex = 1 (no)</a:t>
            </a:r>
            <a:endParaRPr lang="en-MY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688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5588001" y="1964174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902961" y="2333506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72561" y="1015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73601" y="1385054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8A0B79-4FE1-74CC-95AE-8A3FF2F6E1FA}"/>
              </a:ext>
            </a:extLst>
          </p:cNvPr>
          <p:cNvSpPr txBox="1"/>
          <p:nvPr/>
        </p:nvSpPr>
        <p:spPr>
          <a:xfrm>
            <a:off x="6553801" y="1692533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F3F89C-967A-1373-929B-718F0C30A0D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868761" y="2061865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EF50004-CBBE-3C5E-3ED6-F671D70810DA}"/>
              </a:ext>
            </a:extLst>
          </p:cNvPr>
          <p:cNvSpPr txBox="1"/>
          <p:nvPr/>
        </p:nvSpPr>
        <p:spPr>
          <a:xfrm>
            <a:off x="3474720" y="43736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Quit the internal loop (not fulfill the p &lt;= last condition)</a:t>
            </a:r>
          </a:p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swap(Data[largestIndex],Data[last]);</a:t>
            </a:r>
          </a:p>
          <a:p>
            <a:r>
              <a:rPr lang="en-US" dirty="0"/>
              <a:t>swap(10, 7)</a:t>
            </a:r>
          </a:p>
        </p:txBody>
      </p:sp>
    </p:spTree>
    <p:extLst>
      <p:ext uri="{BB962C8B-B14F-4D97-AF65-F5344CB8AC3E}">
        <p14:creationId xmlns:p14="http://schemas.microsoft.com/office/powerpoint/2010/main" val="1227479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495826"/>
              </p:ext>
            </p:extLst>
          </p:nvPr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5588001" y="1964174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902961" y="2333506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72561" y="1015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73601" y="1385054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EF50004-CBBE-3C5E-3ED6-F671D70810DA}"/>
              </a:ext>
            </a:extLst>
          </p:cNvPr>
          <p:cNvSpPr txBox="1"/>
          <p:nvPr/>
        </p:nvSpPr>
        <p:spPr>
          <a:xfrm>
            <a:off x="3474720" y="43736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Quit the internal loop (not fulfill the p &lt;= last condition)</a:t>
            </a:r>
          </a:p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swap(Data[largestIndex],Data[last]);</a:t>
            </a:r>
          </a:p>
          <a:p>
            <a:r>
              <a:rPr lang="en-US" dirty="0"/>
              <a:t>swap(10, 7)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7B2E4E-FB0B-8980-099F-D1CB65F95159}"/>
              </a:ext>
            </a:extLst>
          </p:cNvPr>
          <p:cNvSpPr txBox="1"/>
          <p:nvPr/>
        </p:nvSpPr>
        <p:spPr>
          <a:xfrm>
            <a:off x="6553801" y="1692533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C669A3-F1A5-926E-C743-5CDFED0E5B72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868761" y="2061865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433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5588001" y="1964174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902961" y="2333506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72561" y="1015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73601" y="1385054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3EF658-DC53-95D3-8C78-3AE67989A80B}"/>
              </a:ext>
            </a:extLst>
          </p:cNvPr>
          <p:cNvSpPr txBox="1"/>
          <p:nvPr/>
        </p:nvSpPr>
        <p:spPr>
          <a:xfrm>
            <a:off x="3474720" y="43736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Next step of external loop is to move the last index (--last) to the left (0) and reset the position of largestIndex and p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F4D320-8D85-1D86-1A3D-511EB077CD34}"/>
              </a:ext>
            </a:extLst>
          </p:cNvPr>
          <p:cNvSpPr txBox="1"/>
          <p:nvPr/>
        </p:nvSpPr>
        <p:spPr>
          <a:xfrm>
            <a:off x="6553801" y="1692533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634DE6-3C03-0191-745B-A1EFF675C765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868761" y="2061865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67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C047B4-6264-343D-3957-20CCA318903F}"/>
              </a:ext>
            </a:extLst>
          </p:cNvPr>
          <p:cNvGraphicFramePr>
            <a:graphicFrameLocks noGrp="1"/>
          </p:cNvGraphicFramePr>
          <p:nvPr/>
        </p:nvGraphicFramePr>
        <p:xfrm>
          <a:off x="4120776" y="3058160"/>
          <a:ext cx="4404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65">
                  <a:extLst>
                    <a:ext uri="{9D8B030D-6E8A-4147-A177-3AD203B41FA5}">
                      <a16:colId xmlns:a16="http://schemas.microsoft.com/office/drawing/2014/main" val="3164856657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3995942963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680205155"/>
                    </a:ext>
                  </a:extLst>
                </a:gridCol>
                <a:gridCol w="1101165">
                  <a:extLst>
                    <a:ext uri="{9D8B030D-6E8A-4147-A177-3AD203B41FA5}">
                      <a16:colId xmlns:a16="http://schemas.microsoft.com/office/drawing/2014/main" val="190806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5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9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821706-642F-D672-3553-496252E7E6D3}"/>
              </a:ext>
            </a:extLst>
          </p:cNvPr>
          <p:cNvSpPr txBox="1"/>
          <p:nvPr/>
        </p:nvSpPr>
        <p:spPr>
          <a:xfrm>
            <a:off x="4673599" y="1964174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5246C-2BCC-79B6-87E9-818999277E0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988559" y="2333506"/>
            <a:ext cx="0" cy="64666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5F3A5-22C2-2595-80C9-423D0BF12305}"/>
              </a:ext>
            </a:extLst>
          </p:cNvPr>
          <p:cNvSpPr txBox="1"/>
          <p:nvPr/>
        </p:nvSpPr>
        <p:spPr>
          <a:xfrm>
            <a:off x="3972561" y="101572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largestIndex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DB0D1E-5BF3-7F32-E8F3-BCD4E87F194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73601" y="1385054"/>
            <a:ext cx="0" cy="15951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891B534-5835-56E9-DA44-DD3FCDF46A35}"/>
              </a:ext>
            </a:extLst>
          </p:cNvPr>
          <p:cNvSpPr txBox="1"/>
          <p:nvPr/>
        </p:nvSpPr>
        <p:spPr>
          <a:xfrm>
            <a:off x="3505801" y="442680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Quit the external loop (not fulfill the last &gt;= 1 condition) and items are fully sorted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B648A-A2D5-B6D7-3F62-C49867413ACF}"/>
              </a:ext>
            </a:extLst>
          </p:cNvPr>
          <p:cNvSpPr txBox="1"/>
          <p:nvPr/>
        </p:nvSpPr>
        <p:spPr>
          <a:xfrm>
            <a:off x="6553801" y="1692533"/>
            <a:ext cx="62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/>
              <a:t>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208C1D6-9D1F-5DC8-95EA-3229B186A45F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868761" y="2061865"/>
            <a:ext cx="0" cy="92634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02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</TotalTime>
  <Words>773</Words>
  <Application>Microsoft Office PowerPoint</Application>
  <PresentationFormat>Widescreen</PresentationFormat>
  <Paragraphs>295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Selection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Selection Sort</dc:title>
  <dc:creator>MOHD RAZAK SAMINGAN</dc:creator>
  <cp:lastModifiedBy>MOHD RAZAK SAMINGAN</cp:lastModifiedBy>
  <cp:revision>19</cp:revision>
  <dcterms:created xsi:type="dcterms:W3CDTF">2023-11-06T04:39:03Z</dcterms:created>
  <dcterms:modified xsi:type="dcterms:W3CDTF">2023-11-08T06:53:52Z</dcterms:modified>
</cp:coreProperties>
</file>